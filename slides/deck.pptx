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Python Programming Q&amp;A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4B8A6"/>
                </a:solidFill>
              </a:defRPr>
            </a:pPr>
            <a:r>
              <a:t>RAG over Stack Overflow's Python corpus · FastAPI · ChromaDB · Llama 3.1 (Groq)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AI Engineer Assessment — Round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A grounded Q&amp;A API for data-science learners: ask any Python question, get an answer cited against real Stack Overflow answers.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POST /ask → answer + cited sources + grounding flag;  GET /health for probes.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30,000 highest-quality Q&amp;A pairs indexed from the 987k-row Kaggle dataset (stackoverflow/pythonquestions).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Fully tested: pytest suite with mocked LLM + 10 documented live queries covering edge cases.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Docker-ready; runs on free-tier hosts (no PyTorch — ONNX embeddings).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463040" cy="822960"/>
          </a:xfrm>
          <a:prstGeom prst="roundRect">
            <a:avLst/>
          </a:prstGeom>
          <a:solidFill>
            <a:srgbClr val="475569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Learner</a:t>
            </a:r>
            <a:br/>
            <a:r>
              <a:t>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965960"/>
            <a:ext cx="64008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417320"/>
            <a:ext cx="2011680" cy="1097280"/>
          </a:xfrm>
          <a:prstGeom prst="roundRect">
            <a:avLst/>
          </a:prstGeom>
          <a:solidFill>
            <a:srgbClr val="14B8A6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 /ask</a:t>
            </a:r>
            <a:br/>
            <a:r>
              <a:t>validate + cache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1965960"/>
            <a:ext cx="64008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94960" y="1417320"/>
            <a:ext cx="2011680" cy="1097280"/>
          </a:xfrm>
          <a:prstGeom prst="roundRect">
            <a:avLst/>
          </a:prstGeom>
          <a:solidFill>
            <a:srgbClr val="14B8A6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Embed query</a:t>
            </a:r>
            <a:br/>
            <a:r>
              <a:t>MiniLM-L6 (ONNX)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1965960"/>
            <a:ext cx="64008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46720" y="1417320"/>
            <a:ext cx="2011680" cy="1097280"/>
          </a:xfrm>
          <a:prstGeom prst="roundRect">
            <a:avLst/>
          </a:prstGeom>
          <a:solidFill>
            <a:srgbClr val="14B8A6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ChromaDB top-k</a:t>
            </a:r>
            <a:br/>
            <a:r>
              <a:t>cosine HNSW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2514600"/>
            <a:ext cx="0" cy="64008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0" y="3154680"/>
            <a:ext cx="2011680" cy="1097280"/>
          </a:xfrm>
          <a:prstGeom prst="roundRect">
            <a:avLst/>
          </a:prstGeom>
          <a:solidFill>
            <a:srgbClr val="14B8A6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Relevance gate</a:t>
            </a:r>
            <a:br/>
            <a:r>
              <a:t>+ grounding prompt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406640" y="3703320"/>
            <a:ext cx="64008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94960" y="3154680"/>
            <a:ext cx="2011680" cy="1097280"/>
          </a:xfrm>
          <a:prstGeom prst="roundRect">
            <a:avLst/>
          </a:prstGeom>
          <a:solidFill>
            <a:srgbClr val="14B8A6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Groq Llama 3.1 8B</a:t>
            </a:r>
            <a:br/>
            <a:r>
              <a:t>(async, 30s timeout)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754880" y="3703320"/>
            <a:ext cx="64008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3154680"/>
            <a:ext cx="2011680" cy="1097280"/>
          </a:xfrm>
          <a:prstGeom prst="roundRect">
            <a:avLst/>
          </a:prstGeom>
          <a:solidFill>
            <a:srgbClr val="0E1B2C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Answer + [n] cites</a:t>
            </a:r>
            <a:br/>
            <a:r>
              <a:t>+ sources[]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1B2C"/>
                </a:solidFill>
              </a:defRPr>
            </a:pPr>
            <a:r>
              <a:t>Offline indexing: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20640"/>
            <a:ext cx="2103120" cy="1005840"/>
          </a:xfrm>
          <a:prstGeom prst="roundRect">
            <a:avLst/>
          </a:prstGeom>
          <a:solidFill>
            <a:srgbClr val="475569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Kaggle SO Python</a:t>
            </a:r>
            <a:br/>
            <a:r>
              <a:t>987k Q&amp;A (parquet)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5623560"/>
            <a:ext cx="54864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91840" y="5120640"/>
            <a:ext cx="2286000" cy="1005840"/>
          </a:xfrm>
          <a:prstGeom prst="roundRect">
            <a:avLst/>
          </a:prstGeom>
          <a:solidFill>
            <a:srgbClr val="475569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DuckDB: best answer</a:t>
            </a:r>
            <a:br/>
            <a:r>
              <a:t>per question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77840" y="5623560"/>
            <a:ext cx="54864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26480" y="5120640"/>
            <a:ext cx="2286000" cy="1005840"/>
          </a:xfrm>
          <a:prstGeom prst="roundRect">
            <a:avLst/>
          </a:prstGeom>
          <a:solidFill>
            <a:srgbClr val="475569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Top 30k by votes</a:t>
            </a:r>
            <a:br/>
            <a:r>
              <a:t>HTML → clean text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5623560"/>
            <a:ext cx="548640" cy="0"/>
          </a:xfrm>
          <a:prstGeom prst="bentConnector3">
            <a:avLst/>
          </a:prstGeom>
          <a:ln w="28575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5120640"/>
            <a:ext cx="2286000" cy="1005840"/>
          </a:xfrm>
          <a:prstGeom prst="roundRect">
            <a:avLst/>
          </a:prstGeom>
          <a:solidFill>
            <a:srgbClr val="475569"/>
          </a:solidFill>
          <a:ln w="9525">
            <a:solidFill>
              <a:srgbClr val="0E1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Embed title+question</a:t>
            </a:r>
            <a:br/>
            <a:r>
              <a:t>→ persistent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Design decisions — data &amp;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Quality over volume: one best-voted answer per question, top 30k by score.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Community votes are a free reranking signal — every indexed answer is community-verified. Keeps index small, fast and trustworthy.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Asymmetric embedding: embed only title + question; store full Q&amp;A for the LLM.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User queries resemble questions, not answers — and it sidesteps MiniLM's 256-token truncation.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ONNX MiniLM instead of PyTorch sentence-transformers.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~80 MB runtime vs ~2 GB; identical vectors; fits free-tier hosting.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DuckDB over raw parquet — no ETL infrastructure, one SQL window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Design decisions — generation &amp;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Llama 3.1 8B Instant on Groq: ~1 s end-to-end answers, generous free tier.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Grounding contract enforced in the system prompt: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cite excerpts inline as [1], [2] · flag claims not from context · decline non-Python questions · modernise Python 2 answers (corpus is pre-2017).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Relevance gate: if no hit clears the cosine threshold, the response is marked grounded: false instead of silently hallucinating.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Sources returned with every answer: SO link, vote count, similarity score — learners can verify everything.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API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POST /ask  {question, top_k?} → {answer, sources[], grounded, model, latency_ms, cached}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GET /health → status + index size + model (readiness probe)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Pydantic validation: question length 3–2000, top_k 1–10 → clean 422 errors.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Provider failures → 502 with detail; 30 s LLM timeout, never a hang.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In-process FIFO cache — repeated questions answered in 0 ms.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OpenAPI docs served at /docs.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pytest, LLM mocked (runs without index or API key — CI-safe):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health · happy path with citations · cache hit behaviour · empty / oversized / malformed input → 422 · provider failure → 502.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Retrieval integration tests against the real index: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index populated · common questions retrieve relevant titles · off-topic queries score low.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10 live queries documented in TEST_RESULTS.md: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basics, practical tasks, conceptual, pandas, vague phrasing, off-topic — each with observations on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Observed behaviour &amp;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Strong on canonical questions (reverse a list, merge dicts, decorators): cited, runnable, correct.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Vague queries ('my code is slow how to make fast') still retrieve useful profiling threads — answer stays generic but grounded.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Off-topic ('capital of France') → politely declined, grounded: false.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Known limitation: corpus ends Oct 2016.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–  Prompt forces Python-3 modernisation; questions about newer features are answered from model knowledge and flagged as unsourced.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E1B2C"/>
                </a:solidFill>
              </a:defRPr>
            </a:pPr>
            <a:r>
              <a:t>Scaling to 100+ concurrent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Latency: LLM dominates (~1 s). Stream tokens via SSE for perceived speed; query embedding is ~5 ms on CPU.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Async: non-blocking Groq calls already; add uvicorn workers + load balancer — app is I/O-bound, LLM compute is Groq's problem.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Database: ChromaDB → managed vector DB (Qdrant / pgvector) so all replicas share one index; horizontal read scaling.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Caching: Redis exact-match + semantic cache — learner traffic repeats heavily, so hit rates are high.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900">
                <a:solidFill>
                  <a:srgbClr val="475569"/>
                </a:solidFill>
              </a:defRPr>
            </a:pPr>
            <a:r>
              <a:t>•  Cost: 8B model ≈ $0.05 / 1M input tokens → well under $0.001 per answer; caching keeps 100 concurrent users at single-digit $ / 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2100">
                <a:solidFill>
                  <a:srgbClr val="CBD5E1"/>
                </a:solidFill>
              </a:defRPr>
            </a:pPr>
            <a:r>
              <a:t>•  Grounded, cited, tested Python Q&amp;A — built for trust, not just fluency.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100">
                <a:solidFill>
                  <a:srgbClr val="CBD5E1"/>
                </a:solidFill>
              </a:defRPr>
            </a:pPr>
            <a:r>
              <a:t>•  Every answer traceable to a community-verified Stack Overflow source.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100">
                <a:solidFill>
                  <a:srgbClr val="CBD5E1"/>
                </a:solidFill>
              </a:defRPr>
            </a:pPr>
            <a:r>
              <a:t>•  Stack: FastAPI · ChromaDB · ONNX MiniLM · DuckDB · Groq Llama 3.1 · pytest.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100">
                <a:solidFill>
                  <a:srgbClr val="CBD5E1"/>
                </a:solidFill>
              </a:defRPr>
            </a:pPr>
            <a:r>
              <a:t>•  Repo: github.com/Varuno8/analytics_vidhya_assignment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2100">
                <a:solidFill>
                  <a:srgbClr val="CBD5E1"/>
                </a:solidFill>
              </a:defRPr>
            </a:pPr>
            <a:r>
              <a:t>•  Live demo: varun2808/python-qa-assistant (Hugging Face Spaces)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